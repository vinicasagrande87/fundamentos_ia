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Recomendação de treinos personalizados em academia</a:t>
            </a:r>
          </a:p>
          <a:p>
            <a:r>
              <a:rPr sz="2200">
                <a:solidFill>
                  <a:srgbClr val="BBCCEE"/>
                </a:solidFill>
              </a:rPr>
              <a:t>AP1 — Fundamentos de Inteligência Artificial · ADS/ULBRA</a:t>
            </a:r>
          </a:p>
          <a:p>
            <a:r>
              <a:rPr sz="1800">
                <a:solidFill>
                  <a:srgbClr val="BBCCEE"/>
                </a:solidFill>
              </a:rPr>
              <a:t>Vinicius Casagrande · 03/09/2026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1. O problema e para quem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81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Montar um treino adequado exige cruzar várias informações do aluno ao mesmo tempo: objetivo, experiência, disponibilidade, restrições físicas e equipamento disponível.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Feito manualmente, não escala para muitos alunos e fica inconsistente entre profissionais.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Público: alunos de academia e profissionais de educação física que precisam sugerir treinos de forma rápida e padronizada.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Por que IA: o padrão perfil → treino pode ser aprendido a partir de exemplos e aplicado de forma consistente e escalável.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2. Tipo de problema, entradas e saídas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81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Classificação supervisionada — prever uma categoria a partir de exemplos rotulados.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Entrada: perfil do aluno — idade, objetivo, nível de experiência, dias disponíveis por semana, restrição física, equipamento disponível.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Saída: uma de 4 categorias — Treino A (musculação/hipertrofia), B (cardio + circuito), C (funcional), D (peso corporal adaptado).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Soluções semelhantes: Fitbod e BodBot — apps que geram treinos por perfil, mas ajustam a cada sessão de cada usuário. Aqui: um classificador único treinado sobre vários alunos.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3. Abordagem escolhida: Árvore de Decisão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81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Comparada a: sistema de regras fixas ("se... então...") escrito à mão.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Regras puras seriam insuficientes: ~8% dos casos da base fogem do padrão previsto, e manter a árvore de regras manualmente não escala nem se adapta a dados novos.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A Árvore de Decisão aprende os padrões a partir dos dados, lida bem com atributos categóricos (a maioria aqui) e continua interpretável — dá para ver as regras que ela extraiu.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Escopo do semestre: entregar o classificador treinado e avaliado. Fora do escopo: app, ajuste por sessão, prescrição de exercícios individuais.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4. Base de dados e origem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81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Arquivo: dataset_academia.csv — 300 linhas × 8 colunas.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Origem: base simulada, gerada em Python (pandas + numpy) com seed fixa 1053, a partir de distribuições plausíveis e regras de associação perfil → treino, com 8% de ruído.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Licença: dataset próprio, uso livre para fins acadêmicos. Reprodutível pelo script gerar_dataset.py.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6 variáveis de entrada (features) + 1 variável de saída (treino_recomendado).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Limitação assumida: ainda não há dados reais de alunos — substituição prevista para os próximos encontros.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5. Dicionário de dados (resumo)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81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28320">
                <a:tc>
                  <a:txBody>
                    <a:bodyPr/>
                    <a:lstStyle/>
                    <a:p>
                      <a:r>
                        <a:rPr sz="1400" b="1"/>
                        <a:t>Variável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Valores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Papel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/>
                        <a:t>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num. discreta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16–51 anos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entrada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/>
                        <a:t>objetivo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categ. nominal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Emagrecimento / Hipertrofia / Condicionamento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entrada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/>
                        <a:t>nivel_experiencia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categ. ordinal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Iniciante / Intermediário / Avançado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entrada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/>
                        <a:t>dias_disponiveis_semana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num. discreta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1–6 dias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entrada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/>
                        <a:t>restricao_fisica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categ. nominal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Nenhuma / Joelho / Ombro / Lombar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entrada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/>
                        <a:t>equipamento_disponivel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categ. ordinal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Nenhum / Limitado / Completo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entrada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/>
                        <a:t>treino_recomendado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categ. nominal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Treino A / B / C /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SAÍDA (label)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/>
                        <a:t>aluno_id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num. discreta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1–300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só identificação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6. Análise inicial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81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afico_desbalancea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54480"/>
            <a:ext cx="5669280" cy="32395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46304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Idade média ~29 anos (16 a 51) — público jovem adulto, mas disperso.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Maioria treina 3–4 dias por semana; extremos (1 e 6) pouco frequentes.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Maioria: iniciante (54%) e sem restrição física (69%).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Classe de saída (gráfico): Treino D 30,7% → Treino B 18,0%.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Leitura: a base cobre bem o aluno típico e mal os perfis de extremo.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7. Diagnóstico de qualidade da 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81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Dimensões: 300 × 8.  Ausentes: 0 (0%) — mas isso é artificial da simulação.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Duplicados: 0 linhas idênticas, 0 aluno_id repetido (7 colisões de perfil, esperadas).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Inconsistências: nivel_experiencia sem acento vs dicionário; ordinais como texto; dicionário diz idade até 65, base vai até 51; 8% de ruído de rótulo (24 registros).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Desbalanceamento: leve — 1,7:1 entre Treino D e Treino B.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404040"/>
                </a:solidFill>
              </a:rPr>
              <a:t>Ações previstas p/ Encontro 8: padronização, codificação ordinal, class_weight + split estratificado, pipeline de ingestão prevendo nulos.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Viés identificado (parte do diagnóstico)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81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Grupo "sem acesso a equipamento": só 7,3% da base — e 20 de 22 desses alunos recebem Treino D por força da própria regra que gerou os dados.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Tipo: viés de amostragem + viés de rotulagem (o rótulo veio de uma regra do estudante, não de um profissional de educação física).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Impacto: o modelo nunca aprende a personalizar para quem treina em casa — grupo que correlaciona com menor poder aquisitivo. Pior serviço para quem tem menos acesso.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Mitigação: cota mínima para esse grupo na coleta real; avaliar métrica por subgrupo; documentar a limitação de forma visível para quem usar a ferramenta.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8. Próximos passos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381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Encontro 8 — preparação dos dados: padronizar categorias, codificar variáveis, tratar os problemas da tabela de diagnóstico, dividir treino/teste de forma estratificada.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Encontro 9 — treinar a Árvore de Decisão e avaliar por F1-macro e matriz de confusão (não só acurácia), analisando o desempenho por subgrupo.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22"/>
                </a:solidFill>
              </a:rPr>
              <a:t>Ao longo do semestre — buscar dados reais de alunos para substituir a base simulada e revalidar todo o diagnóstico.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Obrigado. Perguntas?</a:t>
            </a:r>
          </a:p>
          <a:p>
            <a:r>
              <a:rPr sz="2000">
                <a:solidFill>
                  <a:srgbClr val="BBCCEE"/>
                </a:solidFill>
              </a:rPr>
              <a:t>github.com/Vinicasagrande87/fundamentos_ia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